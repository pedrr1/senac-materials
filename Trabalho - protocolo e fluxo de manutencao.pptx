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48" r:id="rId2"/>
  </p:sldIdLst>
  <p:sldSz cx="9144000" cy="6858000" type="screen4x3"/>
  <p:notesSz cx="6797675" cy="987425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Lucida Sans" panose="020B0602030504020204" pitchFamily="34" charset="0"/>
      <p:regular r:id="rId8"/>
      <p:bold r:id="rId9"/>
      <p:italic r:id="rId10"/>
      <p:boldItalic r:id="rId11"/>
    </p:embeddedFon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039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5" roundtripDataSignature="AMtx7mhQFd3zvDN0SNYU0jVl9uI+c93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52" autoAdjust="0"/>
    <p:restoredTop sz="94569" autoAdjust="0"/>
  </p:normalViewPr>
  <p:slideViewPr>
    <p:cSldViewPr snapToGrid="0">
      <p:cViewPr varScale="1">
        <p:scale>
          <a:sx n="107" d="100"/>
          <a:sy n="107" d="100"/>
        </p:scale>
        <p:origin x="1644" y="96"/>
      </p:cViewPr>
      <p:guideLst>
        <p:guide pos="30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9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97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95" Type="http://customschemas.google.com/relationships/presentationmetadata" Target="metadata"/><Relationship Id="rId10" Type="http://schemas.openxmlformats.org/officeDocument/2006/relationships/font" Target="fonts/font7.fntdata"/><Relationship Id="rId9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824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3622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6" descr="ppt_INTERNA_sem text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457200" y="1341438"/>
            <a:ext cx="40386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2"/>
          </p:nvPr>
        </p:nvSpPr>
        <p:spPr>
          <a:xfrm>
            <a:off x="4648200" y="1341438"/>
            <a:ext cx="40386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 rot="5400000">
            <a:off x="2051844" y="-253206"/>
            <a:ext cx="504031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 rot="5400000">
            <a:off x="4604544" y="2299494"/>
            <a:ext cx="610711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 rot="5400000">
            <a:off x="413544" y="318294"/>
            <a:ext cx="610711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 descr="ppt_INTERNA_sem texto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457200" y="1341438"/>
            <a:ext cx="82296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97223"/>
            <a:ext cx="9144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>
                <a:latin typeface="Lucida Sans"/>
                <a:ea typeface="Lucida Sans"/>
                <a:cs typeface="Lucida Sans"/>
                <a:sym typeface="Lucida Sans"/>
              </a:rPr>
              <a:t>TRABALHO</a:t>
            </a:r>
            <a:endParaRPr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457200" y="1667248"/>
            <a:ext cx="83551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pt-BR" sz="2400" b="1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Após 2 anos</a:t>
            </a:r>
            <a:r>
              <a:rPr lang="pt-BR" sz="2400" b="1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sistema instalado haverá uma mudança na legislação tributária, que entrará em vigência em </a:t>
            </a:r>
            <a:r>
              <a:rPr lang="pt-BR" sz="2400" b="1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meses, o que acarretou uma manutenção solicitada pelo  cliente. Monte  um fluxo e protocolo de manutenção </a:t>
            </a:r>
            <a:r>
              <a:rPr lang="pt-BR" sz="2400" b="1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sua empresa </a:t>
            </a:r>
            <a:r>
              <a:rPr lang="pt-BR" sz="2400" b="1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efetuar essa operação.</a:t>
            </a:r>
          </a:p>
          <a:p>
            <a:pPr lvl="0" algn="just">
              <a:spcAft>
                <a:spcPts val="600"/>
              </a:spcAft>
              <a:buSzPts val="1000"/>
              <a:tabLst>
                <a:tab pos="457200" algn="l"/>
              </a:tabLst>
            </a:pPr>
            <a:endParaRPr lang="pt-BR" sz="2400" b="1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pt-BR" i="1" u="sng" dirty="0" err="1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pt-BR" i="1" u="sng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Trabalho deve usar normas ABNT(folha rosto, tipo e tamanho de fonte, </a:t>
            </a:r>
            <a:r>
              <a:rPr lang="pt-BR" i="1" u="sng" dirty="0" err="1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pt-BR" i="1" u="sng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BR" sz="2000" b="1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3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17837</TotalTime>
  <Words>65</Words>
  <Application>Microsoft Office PowerPoint</Application>
  <PresentationFormat>Apresentação na tela (4:3)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Verdana</vt:lpstr>
      <vt:lpstr>Symbol</vt:lpstr>
      <vt:lpstr>Calibri</vt:lpstr>
      <vt:lpstr>Lucida Sans</vt:lpstr>
      <vt:lpstr>Design padrão</vt:lpstr>
      <vt:lpstr>TRABALHO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requisitos  e  funcionalidades da aplicação</dc:title>
  <dc:creator>CCC6</dc:creator>
  <cp:lastModifiedBy>Ellaiser Barros Neiva</cp:lastModifiedBy>
  <cp:revision>423</cp:revision>
  <dcterms:created xsi:type="dcterms:W3CDTF">2012-05-16T14:24:37Z</dcterms:created>
  <dcterms:modified xsi:type="dcterms:W3CDTF">2025-11-26T11:15:59Z</dcterms:modified>
</cp:coreProperties>
</file>